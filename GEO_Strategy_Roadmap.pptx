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GEO as the first purpose-built analytics platform for AI Search visibility. Set the stage: AI search is replacing traditional SEO, brands need new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stats to create urgency. The shift from keyword search to AI-generated answers is the biggest disruption to digital marketing since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feature. The LLM Visibility Score gives brands a single number — like a credit score — for their AI search presence. Emphasize the competitor benchmarking aspect.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GEO as the category creator — not a feature addition to existing SEO tools but an entirely new category: AI Visibility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the first 3 months on proving the core value prop, not building every feature. Design partners give us case studies and social proof for month 2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Q2-Q4 is about moving from a monitoring tool to a full GEO workflow platform. The content marketplace and predictive visibility are the two biggest enterprise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 plan is the volume driver. Enterprise is the margin driver. API + Marketplace are the long-term moats. Pricing is positioned 3x below enterprise SEO tools but captures the new AI-native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energy. This is a category-creation moment — whoever builds the best GEO platform in 2024 owns the market for years. Ask for alignment on design-partner outreach and MVP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6517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92608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789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Strategy &amp;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 Roadmap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Engine Optimization · AI Search Visibility Analytics · 3-Month &amp; 12-Month Strategy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6263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6263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Analytics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is Reshaping Discovery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Google searches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show AI Overviews (2024)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3716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00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1B+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43891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ChatGPT users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purchase decisions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3716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002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$50B+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2296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ad revenue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search shift by 2026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920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617720"/>
            <a:ext cx="9784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have no reliable way to measure or optimize their visibility on ChatGPT, Perplexity, Gemini, and Claude — yet these are the new discovery engines. GEO fills this critical gap.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Visibility Score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07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Tracking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6459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how often your brand is cited in ChatGPT, Perplexity, Gemini &amp; Claude responses across 100+ query categories.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542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LLM share of voice vs. competitors — e.g., 'When users ask about CRM tools, Salesforce appears in 67% of answers; we appear in 12%.'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7033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776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Alerts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41148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when LLMs describe your brand inaccurately or competitors gain sudden visibility spikes.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493776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010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Intelligence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3000" y="5349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which customer queries trigger competitor mentions so you can create content to close the gap.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217920" y="1188720"/>
            <a:ext cx="5394960" cy="5166360"/>
          </a:xfrm>
          <a:prstGeom prst="roundRect">
            <a:avLst>
              <a:gd name="adj" fmla="val 265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Visibility Dashboard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 Rate (%)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008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589520" y="2185416"/>
            <a:ext cx="2695651" cy="256032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0358323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589520" y="3008376"/>
            <a:ext cx="1730045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392717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00800" y="3794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589520" y="3831336"/>
            <a:ext cx="1247242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909914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400800" y="4617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589520" y="4654296"/>
            <a:ext cx="1126541" cy="256032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789213" y="4617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Trend — Last 30 Days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400800" y="56692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92240" y="5715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+12% visibility vs. last month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GEO compares to existing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9260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1463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463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1463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Ahrefs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097280"/>
            <a:ext cx="1463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BrightEdge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1097280"/>
            <a:ext cx="1463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50876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087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Mention Tracking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1508760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508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50876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08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150876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508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50876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508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235440" y="150876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508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1984248"/>
            <a:ext cx="29260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9842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Coverage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1984248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1984248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1984248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0" y="1984248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235440" y="1984248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245973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4597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LLM Benchmarking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2459736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459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846320" y="2459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459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09360" y="2459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459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772400" y="2459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2459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235440" y="2459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2459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" y="2935224"/>
            <a:ext cx="29260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29352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Content-to-Visibility Link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83280" y="2935224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846320" y="2935224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309360" y="2935224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772400" y="2935224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235440" y="2935224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3544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57200" y="341071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410712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SEO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83280" y="3410712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3410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846320" y="3410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3410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309360" y="3410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9360" y="3410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7772400" y="3410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72400" y="3410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9235440" y="3410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35440" y="3410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457200" y="3886200"/>
            <a:ext cx="29260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38862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Alerts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383280" y="3886200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8328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4846320" y="3886200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4632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309360" y="3886200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0936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7772400" y="3886200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7240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9235440" y="3886200"/>
            <a:ext cx="14630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3544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457200" y="4361688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361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383280" y="4361688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83280" y="4361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4846320" y="4361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46320" y="4361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6309360" y="4361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09360" y="4361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7772400" y="4361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72400" y="4361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9235440" y="4361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235440" y="4361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457200" y="4956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support      ⚠️  Partial      ❌  Not available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31520" y="5394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GEO is the ONLY platform purpose-built for LLM visibility — no competitor offers multi-LLM tracking, AI hallucination alerts, or competitor AI benchmarking.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3 Months: Foundation &amp; First Revenue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Launch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22402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20370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LLM Visibility Dashboard (ChatGPT + Perplexity)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313639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09981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20 design-partner brands (free beta)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403250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9959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claim extraction &amp; mention-tracking pipeline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4928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892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daily email digest of visibility changes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11430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3484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Expansion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62272" y="224028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20370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Gemini &amp; Claude coverage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62272" y="3136392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09981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Starter plan ($299/mo) — first paid revenue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62272" y="403250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9959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competitor benchmarking feature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62272" y="492861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892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3 SEO agencies for reseller pipeline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38160" y="114300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3816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7532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Advocacy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302752" y="2240280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275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0" y="220370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GEO Benchmark Report (PR / thought leadership)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02752" y="3136392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02752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6800" y="309981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survey → feature prioritization for Q2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02752" y="4032504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0275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0" y="39959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referral program (1 month free per referral)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02752" y="492861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0275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86800" y="4892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$50K MRR from 170+ paid accounts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Q1 Target: $50K MRR · 200 active brands · 4 LLMs covered · NPS &gt; 50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12 Months: Scale, Intelligence &amp; Platform Dominance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2412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31912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0515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Recommendations to boost LLM mentions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Score API for agencies &amp; enterprise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 to 8 LLMs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156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 plan ($999/mo)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95144" y="3063240"/>
            <a:ext cx="0" cy="1280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3191256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0515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605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Integrations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/ HubSpot integrations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6052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dashboard for agencies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Safety module for AI hallucinations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6052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Enterprise plan ($5K+/mo)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04104" y="3063240"/>
            <a:ext cx="0" cy="12801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31912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10515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948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Marketplace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Content Marketplace for writers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694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Share of Voice (90-day)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94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 (target $10M)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6948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expansion: EU, APAC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13064" y="3063240"/>
            <a:ext cx="0" cy="12801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Targets (Month 12)</a:t>
            </a:r>
            <a:endParaRPr lang="en-US" sz="14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8056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3444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123444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4480560"/>
            <a:ext cx="320040" cy="32004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02336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2200" dirty="0"/>
          </a:p>
        </p:txBody>
      </p:sp>
      <p:sp>
        <p:nvSpPr>
          <p:cNvPr id="40" name="Text 36"/>
          <p:cNvSpPr/>
          <p:nvPr/>
        </p:nvSpPr>
        <p:spPr>
          <a:xfrm>
            <a:off x="402336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brands</a:t>
            </a:r>
            <a:endParaRPr lang="en-US" sz="11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480560"/>
            <a:ext cx="320040" cy="32004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81228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43" name="Text 38"/>
          <p:cNvSpPr/>
          <p:nvPr/>
        </p:nvSpPr>
        <p:spPr>
          <a:xfrm>
            <a:off x="681228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monitored</a:t>
            </a:r>
            <a:endParaRPr lang="en-US" sz="11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480560"/>
            <a:ext cx="320040" cy="32004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60120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200" dirty="0"/>
          </a:p>
        </p:txBody>
      </p:sp>
      <p:sp>
        <p:nvSpPr>
          <p:cNvPr id="46" name="Text 40"/>
          <p:cNvSpPr/>
          <p:nvPr/>
        </p:nvSpPr>
        <p:spPr>
          <a:xfrm>
            <a:off x="960120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platform globally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 + Marketplace +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520440" cy="493776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&amp; Startups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2834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LLMs monitored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brand, 5 competitors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Weekly reports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alerts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143000"/>
            <a:ext cx="3520440" cy="4937760"/>
          </a:xfrm>
          <a:prstGeom prst="roundRect">
            <a:avLst>
              <a:gd name="adj" fmla="val 3896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1005840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1755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Teams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084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206240" y="2724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108960"/>
            <a:ext cx="2834640" cy="0"/>
          </a:xfrm>
          <a:prstGeom prst="line">
            <a:avLst/>
          </a:prstGeom>
          <a:noFill/>
          <a:ln w="12700">
            <a:solidFill>
              <a:srgbClr val="2D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LLMs monitored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brands, unlimited competitors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reports + API access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Content recommendations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Slack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1143000"/>
            <a:ext cx="3520440" cy="493776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1755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&amp; Enterprise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55280" y="2084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$5,000+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955280" y="2724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3108960"/>
            <a:ext cx="2834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LLMs + custom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brands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dashboard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0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CSM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+ custom integrations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621792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2362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streams: API licensing ($0.01/query) · Agency white-label (+40% margin) · Content Marketplace (15% commission) · Data partnerships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 to Build is Now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is not coming — it's here. Brands that establish GEO presence in 2024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next decade of digital discovery.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3675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design-partner agreements (20 brands)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4178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MVP dashboard in 6 weeks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0916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588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$50K MRR by end of Month 3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1208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25880" y="51846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GEO as the category-defining platform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0" y="6236208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· Generative Engine Optimization Analytics Platform · 2024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Product Strategy &amp; Monetization Roadmap</dc:title>
  <dc:subject>PptxGenJS Presentation</dc:subject>
  <dc:creator>Product Strategy</dc:creator>
  <cp:lastModifiedBy>Product Strategy</cp:lastModifiedBy>
  <cp:revision>1</cp:revision>
  <dcterms:created xsi:type="dcterms:W3CDTF">2026-06-19T05:45:40Z</dcterms:created>
  <dcterms:modified xsi:type="dcterms:W3CDTF">2026-06-19T05:45:40Z</dcterms:modified>
</cp:coreProperties>
</file>